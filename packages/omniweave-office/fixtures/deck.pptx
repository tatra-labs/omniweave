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<Relationship Id="rId2" Type="http://schemas.openxmlformats.org/officeDocument/2006/relationships/slide" Target="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Notes 1"/>
          <p:cNvSpPr/>
          <p:nvPr>
            <p:ph type="body"/>
          </p:nvPr>
        </p:nvSpPr>
        <p:spPr/>
        <p:txBody>
          <a:bodyPr/>
          <a:lstStyle/>
          <a:p>
            <a:r>
              <a:t>Mention the backlog only if asked.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t>Pipeline status</a:t>
            </a:r>
          </a:p>
        </p:txBody>
      </p:sp>
      <p:sp>
        <p:nvSpPr>
          <p:cNvPr id="2" name="Content 2"/>
          <p:cNvSpPr/>
          <p:nvPr/>
        </p:nvSpPr>
        <p:spPr/>
        <p:txBody>
          <a:bodyPr/>
          <a:lstStyle/>
          <a:p>
            <a:r>
              <a:t>ingest is green</a:t>
            </a:r>
          </a:p>
          <a:p>
            <a:r>
              <a:t>compile is amber</a:t>
            </a:r>
          </a:p>
        </p:txBody>
      </p:sp>
    </p:spTree>
  </p:cSld>
</p:sld>
</file>