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2"/>
  </p:sldIdLst>
</p:presentation>
</file>

<file path=ppt/_rels/presentation.xml.rels><?xml version="1.0" encoding="UTF-8" standalone="yes"?>
<Relationships xmlns="http://schemas.openxmlformats.org/package/2006/relationships"><Relationship Id="rId2" Type="http://schemas.openxmlformats.org/officeDocument/2006/relationships/slide" Target="slides/slide1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Notes 1"/>
          <p:cNvSpPr/>
          <p:nvPr>
            <p:ph type="body"/>
          </p:nvPr>
        </p:nvSpPr>
        <p:spPr/>
        <p:txBody>
          <a:bodyPr/>
          <a:lstStyle/>
          <a:p>
            <a:r>
              <a:t>Do not promise a date for the search page.</a:t>
            </a:r>
          </a:p>
        </p:txBody>
      </p:sp>
    </p:spTree>
  </p:cSld>
</p:notes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notesSlide" Target="../notesSlides/notes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lstStyle/>
          <a:p>
            <a:r>
              <a:t>Roadmap to the spring release</a:t>
            </a:r>
          </a:p>
        </p:txBody>
      </p:sp>
      <p:sp>
        <p:nvSpPr>
          <p:cNvPr id="2" name="Content 2"/>
          <p:cNvSpPr/>
          <p:nvPr/>
        </p:nvSpPr>
        <p:spPr/>
        <p:txBody>
          <a:bodyPr/>
          <a:lstStyle/>
          <a:p>
            <a:r>
              <a:t>the reader index ships first</a:t>
            </a:r>
          </a:p>
          <a:p>
            <a:r>
              <a:t>the catalogue migration follows it</a:t>
            </a:r>
          </a:p>
          <a:p>
            <a:r>
              <a:t>the public search page is last</a:t>
            </a:r>
          </a:p>
        </p:txBody>
      </p:sp>
    </p:spTree>
  </p:cSld>
</p:sld>
</file>