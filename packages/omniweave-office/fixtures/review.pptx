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2"/>
  </p:sldIdLst>
</p:presentation>
</file>

<file path=ppt/_rels/presentation.xml.rels><?xml version="1.0" encoding="UTF-8" standalone="yes"?>
<Relationships xmlns="http://schemas.openxmlformats.org/package/2006/relationships"><Relationship Id="rId2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>
            <a:r>
              <a:t>Quarter in review</a:t>
            </a:r>
          </a:p>
        </p:txBody>
      </p:sp>
      <p:sp>
        <p:nvSpPr>
          <p:cNvPr id="2" name="Content 2"/>
          <p:cNvSpPr/>
          <p:nvPr/>
        </p:nvSpPr>
        <p:spPr/>
        <p:txBody>
          <a:bodyPr/>
          <a:lstStyle/>
          <a:p>
            <a:r>
              <a:t>reader visits up by a fifth</a:t>
            </a:r>
          </a:p>
          <a:p>
            <a:r>
              <a:t>two collections catalogued</a:t>
            </a:r>
          </a:p>
          <a:p>
            <a:r>
              <a:t>one reading room closed for repair</a:t>
            </a:r>
          </a:p>
          <a:p>
            <a:r>
              <a:t>spend inside the quarter's budget</a:t>
            </a:r>
          </a:p>
        </p:txBody>
      </p:sp>
    </p:spTree>
  </p:cSld>
</p:sld>
</file>